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097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EFE"/>
    <a:srgbClr val="FEFEFE"/>
    <a:srgbClr val="FFFEFF"/>
    <a:srgbClr val="642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3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6242E-1163-43CB-AB1D-F0ACE3F32B6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143000"/>
            <a:ext cx="1930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96FA3-7D75-4BAE-90E1-68A48AB7E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4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96FA3-7D75-4BAE-90E1-68A48AB7E9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31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795781"/>
            <a:ext cx="5829300" cy="382016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763261"/>
            <a:ext cx="5143500" cy="264921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05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5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735583"/>
            <a:ext cx="5915025" cy="456437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343143"/>
            <a:ext cx="5915025" cy="24002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2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921000"/>
            <a:ext cx="291465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921000"/>
            <a:ext cx="2914650" cy="69621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42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84202"/>
            <a:ext cx="5915025" cy="2120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689861"/>
            <a:ext cx="2901255" cy="131825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008120"/>
            <a:ext cx="2901255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689861"/>
            <a:ext cx="2915543" cy="131825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008120"/>
            <a:ext cx="2915543" cy="58953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7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2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6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1520"/>
            <a:ext cx="2211884" cy="25603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579882"/>
            <a:ext cx="3471863" cy="7797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91840"/>
            <a:ext cx="2211884" cy="609854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4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31520"/>
            <a:ext cx="2211884" cy="256032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579882"/>
            <a:ext cx="3471863" cy="77978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291840"/>
            <a:ext cx="2211884" cy="609854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81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2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84200"/>
            <a:ext cx="1478756" cy="92989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84200"/>
            <a:ext cx="4350544" cy="92989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1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84202"/>
            <a:ext cx="5915025" cy="2120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921000"/>
            <a:ext cx="5915025" cy="6962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0170162"/>
            <a:ext cx="154305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31937-7CFF-4828-88A7-FEECE5857CB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0170162"/>
            <a:ext cx="2314575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0170162"/>
            <a:ext cx="1543050" cy="584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DF2B0-FD9A-43EC-AEFB-A7197D2DE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3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0BD4559-837E-06B4-5A6D-B9D97C42A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" y="0"/>
            <a:ext cx="6858000" cy="10972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CE6DD7-7D89-5047-10EF-95AF71E6C915}"/>
              </a:ext>
            </a:extLst>
          </p:cNvPr>
          <p:cNvSpPr/>
          <p:nvPr/>
        </p:nvSpPr>
        <p:spPr>
          <a:xfrm>
            <a:off x="-8623" y="9966884"/>
            <a:ext cx="6858000" cy="100591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8E59B-6C1F-6C4D-033B-5C187AB531D7}"/>
              </a:ext>
            </a:extLst>
          </p:cNvPr>
          <p:cNvSpPr txBox="1"/>
          <p:nvPr/>
        </p:nvSpPr>
        <p:spPr>
          <a:xfrm>
            <a:off x="1716643" y="1294828"/>
            <a:ext cx="3278038" cy="4001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j-lt"/>
              </a:rPr>
              <a:t>Aligarh Muslim University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98DF1-0D3C-59A1-575C-0AE752520F8D}"/>
              </a:ext>
            </a:extLst>
          </p:cNvPr>
          <p:cNvSpPr txBox="1"/>
          <p:nvPr/>
        </p:nvSpPr>
        <p:spPr>
          <a:xfrm>
            <a:off x="1716643" y="44611"/>
            <a:ext cx="34505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accent6">
                    <a:lumMod val="50000"/>
                  </a:schemeClr>
                </a:solidFill>
                <a:latin typeface="Copperplate Gothic Bold" panose="020E0705020206020404" pitchFamily="34" charset="0"/>
              </a:rPr>
              <a:t>AMU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71F19-2184-BFA5-1FFC-478CB5B21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53" y="251428"/>
            <a:ext cx="1464490" cy="14644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EECCC4C-8322-3882-1ED6-E07893F003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063" b="90938" l="10000" r="97188">
                        <a14:foregroundMark x1="16094" y1="11250" x2="30156" y2="10938"/>
                        <a14:foregroundMark x1="30156" y1="10938" x2="48906" y2="13906"/>
                        <a14:foregroundMark x1="48906" y1="13906" x2="85156" y2="13906"/>
                        <a14:foregroundMark x1="15937" y1="10000" x2="15781" y2="9219"/>
                        <a14:foregroundMark x1="84219" y1="9063" x2="84219" y2="9063"/>
                        <a14:foregroundMark x1="84219" y1="9063" x2="84219" y2="9063"/>
                        <a14:foregroundMark x1="48750" y1="90938" x2="48750" y2="90938"/>
                        <a14:foregroundMark x1="48750" y1="90938" x2="48750" y2="90938"/>
                        <a14:backgroundMark x1="92188" y1="16719" x2="92188" y2="10625"/>
                        <a14:backgroundMark x1="89375" y1="14688" x2="95469" y2="14688"/>
                        <a14:backgroundMark x1="89375" y1="13281" x2="89375" y2="14063"/>
                        <a14:backgroundMark x1="89375" y1="14063" x2="97188" y2="14063"/>
                        <a14:backgroundMark x1="97188" y1="14063" x2="97188" y2="14375"/>
                      </a14:backgroundRemoval>
                    </a14:imgEffect>
                  </a14:imgLayer>
                </a14:imgProps>
              </a:ext>
            </a:extLst>
          </a:blip>
          <a:srcRect l="10334" t="10302" r="19415" b="6130"/>
          <a:stretch>
            <a:fillRect/>
          </a:stretch>
        </p:blipFill>
        <p:spPr>
          <a:xfrm>
            <a:off x="5352756" y="0"/>
            <a:ext cx="1328319" cy="14553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BE7EB32-5775-67D6-E123-3726FCFE9926}"/>
              </a:ext>
            </a:extLst>
          </p:cNvPr>
          <p:cNvSpPr txBox="1"/>
          <p:nvPr/>
        </p:nvSpPr>
        <p:spPr>
          <a:xfrm>
            <a:off x="5589908" y="275787"/>
            <a:ext cx="14492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DFEFE"/>
                </a:solidFill>
                <a:latin typeface="Brush Script MT" panose="03060802040406070304" pitchFamily="66" charset="0"/>
              </a:rPr>
              <a:t>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66CF72-8E42-FC7B-EAAB-B344701B2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06" y="1756487"/>
            <a:ext cx="5039804" cy="390539"/>
          </a:xfrm>
          <a:prstGeom prst="rect">
            <a:avLst/>
          </a:prstGeom>
          <a:ln>
            <a:solidFill>
              <a:srgbClr val="FDFEFE"/>
            </a:solidFill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2200B3B-5F4E-0BA2-34AE-14709A9B1708}"/>
              </a:ext>
            </a:extLst>
          </p:cNvPr>
          <p:cNvSpPr txBox="1"/>
          <p:nvPr/>
        </p:nvSpPr>
        <p:spPr>
          <a:xfrm>
            <a:off x="8623" y="10140322"/>
            <a:ext cx="6840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DFEFE"/>
                </a:solidFill>
                <a:latin typeface="Brush Script MT" panose="03060802040406070304" pitchFamily="66" charset="0"/>
              </a:rPr>
              <a:t>The Journey to Self-Discovery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2FF671C-F557-1FDB-8288-D240D1697CCD}"/>
              </a:ext>
            </a:extLst>
          </p:cNvPr>
          <p:cNvCxnSpPr/>
          <p:nvPr/>
        </p:nvCxnSpPr>
        <p:spPr>
          <a:xfrm>
            <a:off x="252153" y="10420709"/>
            <a:ext cx="9900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7E04DF-64F5-B839-086A-1E6D2A43B5B2}"/>
              </a:ext>
            </a:extLst>
          </p:cNvPr>
          <p:cNvCxnSpPr/>
          <p:nvPr/>
        </p:nvCxnSpPr>
        <p:spPr>
          <a:xfrm>
            <a:off x="5683909" y="10435086"/>
            <a:ext cx="99005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423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</TotalTime>
  <Words>10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Brush Script MT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Swati bharti</dc:creator>
  <cp:lastModifiedBy>Csd</cp:lastModifiedBy>
  <cp:revision>4</cp:revision>
  <dcterms:created xsi:type="dcterms:W3CDTF">2026-08-21T16:45:06Z</dcterms:created>
  <dcterms:modified xsi:type="dcterms:W3CDTF">2026-08-25T06:03:42Z</dcterms:modified>
</cp:coreProperties>
</file>