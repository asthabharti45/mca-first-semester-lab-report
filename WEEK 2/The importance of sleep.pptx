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E8B7"/>
    <a:srgbClr val="EBE8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[Book1]Sheet1!$B$1</c:f>
              <c:strCache>
                <c:ptCount val="1"/>
                <c:pt idx="0">
                  <c:v>minimum hours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cat>
            <c:strRef>
              <c:f>[Book1]Sheet1!$A$2:$A$4</c:f>
              <c:strCache>
                <c:ptCount val="3"/>
                <c:pt idx="0">
                  <c:v>6-12 years</c:v>
                </c:pt>
                <c:pt idx="1">
                  <c:v>13- 18 years</c:v>
                </c:pt>
                <c:pt idx="2">
                  <c:v>19-60 years</c:v>
                </c:pt>
              </c:strCache>
            </c:strRef>
          </c:cat>
          <c:val>
            <c:numRef>
              <c:f>[Book1]Sheet1!$B$2:$B$4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8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2B-4254-8778-3EA050C6D6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91159280"/>
        <c:axId val="591159640"/>
      </c:barChart>
      <c:catAx>
        <c:axId val="591159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1159640"/>
        <c:crosses val="autoZero"/>
        <c:auto val="1"/>
        <c:lblAlgn val="ctr"/>
        <c:lblOffset val="100"/>
        <c:noMultiLvlLbl val="0"/>
      </c:catAx>
      <c:valAx>
        <c:axId val="591159640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1159280"/>
        <c:crosses val="autoZero"/>
        <c:crossBetween val="between"/>
      </c:valAx>
      <c:spPr>
        <a:noFill/>
        <a:ln>
          <a:solidFill>
            <a:srgbClr val="BFE8B7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pattFill prst="ltDn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>
        <a:solidFill>
          <a:schemeClr val="phClr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9185BC-C6B2-4004-9712-1477838A1B1F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C40DB-3509-44B1-A944-F6C4D27AA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68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34FC-81B4-4CC9-ADB4-4220D173925D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19995FA9-AD90-47D6-A9B1-193CD7EAA98F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544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1" name="arrow.wav"/>
          </p:stSnd>
        </p:sndAc>
      </p:transition>
    </mc:Choice>
    <mc:Fallback>
      <p:transition spd="slow">
        <p:dissolve/>
        <p:sndAc>
          <p:stSnd loop="1">
            <p:snd r:embed="rId1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6312F-0EEC-45F0-94F6-874BD445DB0E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FA9-AD90-47D6-A9B1-193CD7EAA98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101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1" name="arrow.wav"/>
          </p:stSnd>
        </p:sndAc>
      </p:transition>
    </mc:Choice>
    <mc:Fallback>
      <p:transition spd="slow">
        <p:dissolve/>
        <p:sndAc>
          <p:stSnd loop="1">
            <p:snd r:embed="rId1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FD24-E9BB-4164-B13E-B25AF316452D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FA9-AD90-47D6-A9B1-193CD7EAA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186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1" name="arrow.wav"/>
          </p:stSnd>
        </p:sndAc>
      </p:transition>
    </mc:Choice>
    <mc:Fallback>
      <p:transition spd="slow">
        <p:dissolve/>
        <p:sndAc>
          <p:stSnd loop="1">
            <p:snd r:embed="rId1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F8DC3-B8FF-4125-92E1-B74AD4485C76}" type="datetime1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FA9-AD90-47D6-A9B1-193CD7EAA98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092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1" name="arrow.wav"/>
          </p:stSnd>
        </p:sndAc>
      </p:transition>
    </mc:Choice>
    <mc:Fallback>
      <p:transition spd="slow">
        <p:dissolve/>
        <p:sndAc>
          <p:stSnd loop="1">
            <p:snd r:embed="rId1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07658-D9D8-46CA-8CD5-5F80FED141CE}" type="datetime1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FA9-AD90-47D6-A9B1-193CD7EAA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712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1" name="arrow.wav"/>
          </p:stSnd>
        </p:sndAc>
      </p:transition>
    </mc:Choice>
    <mc:Fallback>
      <p:transition spd="slow">
        <p:dissolve/>
        <p:sndAc>
          <p:stSnd loop="1">
            <p:snd r:embed="rId1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C105-CCA1-4B82-A051-420FBF3DF3E3}" type="datetime1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FA9-AD90-47D6-A9B1-193CD7EAA98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07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1" name="arrow.wav"/>
          </p:stSnd>
        </p:sndAc>
      </p:transition>
    </mc:Choice>
    <mc:Fallback>
      <p:transition spd="slow">
        <p:dissolve/>
        <p:sndAc>
          <p:stSnd loop="1">
            <p:snd r:embed="rId1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881C-E15C-4661-BF2E-F06045A8C29B}" type="datetime1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FA9-AD90-47D6-A9B1-193CD7EAA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94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1" name="arrow.wav"/>
          </p:stSnd>
        </p:sndAc>
      </p:transition>
    </mc:Choice>
    <mc:Fallback>
      <p:transition spd="slow">
        <p:dissolve/>
        <p:sndAc>
          <p:stSnd loop="1">
            <p:snd r:embed="rId1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B9133-AADE-4D7F-A3E9-CE6CBC28F429}" type="datetime1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FA9-AD90-47D6-A9B1-193CD7EAA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339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1" name="arrow.wav"/>
          </p:stSnd>
        </p:sndAc>
      </p:transition>
    </mc:Choice>
    <mc:Fallback>
      <p:transition spd="slow">
        <p:dissolve/>
        <p:sndAc>
          <p:stSnd loop="1">
            <p:snd r:embed="rId1" name="arrow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AC28-E4DF-4642-B23D-EBE058FF92CD}" type="datetime1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FA9-AD90-47D6-A9B1-193CD7EAA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28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1" name="arrow.wav"/>
          </p:stSnd>
        </p:sndAc>
      </p:transition>
    </mc:Choice>
    <mc:Fallback>
      <p:transition spd="slow">
        <p:dissolve/>
        <p:sndAc>
          <p:stSnd loop="1">
            <p:snd r:embed="rId1" name="arrow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DA195-31BC-42F8-908B-9253DD7A0A93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FA9-AD90-47D6-A9B1-193CD7EAA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827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1" name="arrow.wav"/>
          </p:stSnd>
        </p:sndAc>
      </p:transition>
    </mc:Choice>
    <mc:Fallback>
      <p:transition spd="slow">
        <p:dissolve/>
        <p:sndAc>
          <p:stSnd loop="1">
            <p:snd r:embed="rId1" name="arrow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67A0-E7EF-4124-8AD9-0A6E43114066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FA9-AD90-47D6-A9B1-193CD7EAA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953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1" name="arrow.wav"/>
          </p:stSnd>
        </p:sndAc>
      </p:transition>
    </mc:Choice>
    <mc:Fallback>
      <p:transition spd="slow">
        <p:dissolve/>
        <p:sndAc>
          <p:stSnd loop="1">
            <p:snd r:embed="rId1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247B9DF-9F15-4FF3-8CD0-D503AA6076E6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GR9866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95FA9-AD90-47D6-A9B1-193CD7EAA98F}" type="slidenum">
              <a:rPr lang="en-IN" smtClean="0"/>
              <a:t>‹#›</a:t>
            </a:fld>
            <a:endParaRPr lang="en-IN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582654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13" name="arrow.wav"/>
          </p:stSnd>
        </p:sndAc>
      </p:transition>
    </mc:Choice>
    <mc:Fallback>
      <p:transition spd="slow">
        <p:dissolve/>
        <p:sndAc>
          <p:stSnd loop="1">
            <p:snd r:embed="rId13" name="arrow.wav"/>
          </p:stSnd>
        </p:sndAc>
      </p:transition>
    </mc:Fallback>
  </mc:AlternateContent>
  <p:hf sldNum="0" hdr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leep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A09ED5-270B-02C9-DAE2-2B813AF73F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importance of sleep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D15417A-8AFC-AA76-3D8D-3D7DA09A1A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BFE8B7"/>
                </a:solidFill>
              </a:rPr>
              <a:t>Rest well think better. Live healthier</a:t>
            </a:r>
            <a:endParaRPr lang="en-IN" dirty="0">
              <a:solidFill>
                <a:srgbClr val="BFE8B7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5AFC88-638D-0673-5AE0-C1A04CFCB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2168376"/>
            <a:ext cx="3249168" cy="22685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743896-0672-EC40-0FFA-C374B35F6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3A5A-3188-4E1B-A25F-25A1CA38745D}" type="datetime1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FB59-7A97-A1E9-1D10-F8108D33D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</p:spTree>
    <p:extLst>
      <p:ext uri="{BB962C8B-B14F-4D97-AF65-F5344CB8AC3E}">
        <p14:creationId xmlns:p14="http://schemas.microsoft.com/office/powerpoint/2010/main" val="2153968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2" name="wind.wav"/>
          </p:stSnd>
        </p:sndAc>
      </p:transition>
    </mc:Choice>
    <mc:Fallback>
      <p:transition spd="slow">
        <p:dissolve/>
        <p:sndAc>
          <p:stSnd loop="1">
            <p:snd r:embed="rId2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80210-52F6-7C9C-46DA-8185F972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7"/>
            <a:ext cx="7958331" cy="572688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BFE8B7"/>
                </a:solidFill>
              </a:rPr>
              <a:t>Why sleep Matters</a:t>
            </a:r>
            <a:endParaRPr lang="en-IN" sz="4000" dirty="0">
              <a:solidFill>
                <a:srgbClr val="BFE8B7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A39BA-2405-B2D4-5D89-F8814198E5C6}"/>
              </a:ext>
            </a:extLst>
          </p:cNvPr>
          <p:cNvSpPr txBox="1"/>
          <p:nvPr/>
        </p:nvSpPr>
        <p:spPr>
          <a:xfrm>
            <a:off x="1330670" y="1690062"/>
            <a:ext cx="424281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Restores energy and supports physical growth and repair.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Helps the brain process information and strengthen memory</a:t>
            </a:r>
            <a:r>
              <a:rPr lang="en-IN" sz="20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Supports attention, concentration and learning.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Helps regulate mood and emotional well-being.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Good sleep supports the immune system and overall healthy.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187B06-B175-30A9-9DE6-CD89FA992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829" y="1895477"/>
            <a:ext cx="5105428" cy="30670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E97792-3777-4A76-4E90-B4ECB111D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973A8-4846-4510-80B6-31BFCA31CF4E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80230-7046-186F-88CC-FDB670811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</p:spTree>
    <p:extLst>
      <p:ext uri="{BB962C8B-B14F-4D97-AF65-F5344CB8AC3E}">
        <p14:creationId xmlns:p14="http://schemas.microsoft.com/office/powerpoint/2010/main" val="946020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2" name="arrow.wav"/>
          </p:stSnd>
        </p:sndAc>
      </p:transition>
    </mc:Choice>
    <mc:Fallback>
      <p:transition spd="slow">
        <p:dissolve/>
        <p:sndAc>
          <p:stSnd loop="1"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65A721-95F5-74F3-9E1B-118DAB4CE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7"/>
            <a:ext cx="7958331" cy="609264"/>
          </a:xfrm>
        </p:spPr>
        <p:txBody>
          <a:bodyPr/>
          <a:lstStyle/>
          <a:p>
            <a:pPr algn="l"/>
            <a:r>
              <a:rPr lang="en-US" dirty="0"/>
              <a:t>How much sleep you need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33506D-C65D-1457-B072-0BEC23F48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652418"/>
              </p:ext>
            </p:extLst>
          </p:nvPr>
        </p:nvGraphicFramePr>
        <p:xfrm>
          <a:off x="1569720" y="2107690"/>
          <a:ext cx="4526280" cy="264262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393552104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3927918758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1915601664"/>
                    </a:ext>
                  </a:extLst>
                </a:gridCol>
              </a:tblGrid>
              <a:tr h="660655">
                <a:tc>
                  <a:txBody>
                    <a:bodyPr/>
                    <a:lstStyle/>
                    <a:p>
                      <a:r>
                        <a:rPr lang="en-US" dirty="0"/>
                        <a:t>Age group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Recommended sleep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Why it matters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649704"/>
                  </a:ext>
                </a:extLst>
              </a:tr>
              <a:tr h="660655">
                <a:tc>
                  <a:txBody>
                    <a:bodyPr/>
                    <a:lstStyle/>
                    <a:p>
                      <a:r>
                        <a:rPr lang="en-US" dirty="0"/>
                        <a:t>6 - 12 years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9 - 12 hours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Growth &amp; learning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163425"/>
                  </a:ext>
                </a:extLst>
              </a:tr>
              <a:tr h="660655">
                <a:tc>
                  <a:txBody>
                    <a:bodyPr/>
                    <a:lstStyle/>
                    <a:p>
                      <a:r>
                        <a:rPr lang="en-US" dirty="0"/>
                        <a:t>13 - 18 years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8 - 10 hours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Brain &amp; body health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547893"/>
                  </a:ext>
                </a:extLst>
              </a:tr>
              <a:tr h="660655">
                <a:tc>
                  <a:txBody>
                    <a:bodyPr/>
                    <a:lstStyle/>
                    <a:p>
                      <a:r>
                        <a:rPr lang="en-US" dirty="0"/>
                        <a:t>18 - 60 years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7+ hours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Health &amp; recovery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961963"/>
                  </a:ext>
                </a:extLst>
              </a:tr>
            </a:tbl>
          </a:graphicData>
        </a:graphic>
      </p:graphicFrame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115FA886-F25B-B49A-03C1-AC8A03CE25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0825439"/>
              </p:ext>
            </p:extLst>
          </p:nvPr>
        </p:nvGraphicFramePr>
        <p:xfrm>
          <a:off x="6946392" y="2233421"/>
          <a:ext cx="3861816" cy="23911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B853B4-AF7B-4DAD-6E25-0458D07BA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F6C0-6FD8-4990-8D0E-5D0F6D4C07DA}" type="datetime1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7A4D5C-899A-17F2-9E20-5B82752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</p:spTree>
    <p:extLst>
      <p:ext uri="{BB962C8B-B14F-4D97-AF65-F5344CB8AC3E}">
        <p14:creationId xmlns:p14="http://schemas.microsoft.com/office/powerpoint/2010/main" val="2938997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2" name="arrow.wav"/>
          </p:stSnd>
        </p:sndAc>
      </p:transition>
    </mc:Choice>
    <mc:Fallback>
      <p:transition spd="slow">
        <p:dissolve/>
        <p:sndAc>
          <p:stSnd loop="1"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3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8C2E3-2FE5-BD19-E368-9333FABB3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725761"/>
            <a:ext cx="7958656" cy="636696"/>
          </a:xfrm>
        </p:spPr>
        <p:txBody>
          <a:bodyPr>
            <a:normAutofit/>
          </a:bodyPr>
          <a:lstStyle/>
          <a:p>
            <a:r>
              <a:rPr lang="en-US" sz="3200" dirty="0"/>
              <a:t>What happen when we don’t sleep enough</a:t>
            </a:r>
            <a:endParaRPr lang="en-IN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C83B40-771F-B3BB-1082-8446EB899BF0}"/>
              </a:ext>
            </a:extLst>
          </p:cNvPr>
          <p:cNvSpPr txBox="1"/>
          <p:nvPr/>
        </p:nvSpPr>
        <p:spPr>
          <a:xfrm>
            <a:off x="1554954" y="2799398"/>
            <a:ext cx="38130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b="1" dirty="0"/>
              <a:t>Brain slowdown:</a:t>
            </a:r>
            <a:r>
              <a:rPr lang="en-IN" sz="1600" dirty="0"/>
              <a:t> You face trouble focusing, remembering things, and making clear choices.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b="1" dirty="0"/>
              <a:t>Mood swings:</a:t>
            </a:r>
            <a:r>
              <a:rPr lang="en-IN" sz="1600" dirty="0"/>
              <a:t> You feel more angry, sad, or cranky.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b="1" dirty="0"/>
              <a:t>Slow reactions:</a:t>
            </a:r>
            <a:r>
              <a:rPr lang="en-IN" sz="1600" dirty="0"/>
              <a:t> Your response time drops, raising the risk of accidents.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b="1" dirty="0"/>
              <a:t>Low energy:</a:t>
            </a:r>
            <a:r>
              <a:rPr lang="en-IN" sz="1600" dirty="0"/>
              <a:t> You feel tired and weak all day.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27CCB3-F4D4-5D23-DBE9-7925DAB42370}"/>
              </a:ext>
            </a:extLst>
          </p:cNvPr>
          <p:cNvSpPr txBox="1"/>
          <p:nvPr/>
        </p:nvSpPr>
        <p:spPr>
          <a:xfrm>
            <a:off x="6591136" y="2791588"/>
            <a:ext cx="39776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b="1" dirty="0"/>
              <a:t>Weak immune system:</a:t>
            </a:r>
            <a:r>
              <a:rPr lang="en-IN" sz="1600" dirty="0"/>
              <a:t> Your body struggles to fight off common germs like colds.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b="1" dirty="0"/>
              <a:t>Weight gain:</a:t>
            </a:r>
            <a:r>
              <a:rPr lang="en-IN" sz="1600" dirty="0"/>
              <a:t> Bad sleep changes hunger hormones, making you crave junk food.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b="1" dirty="0"/>
              <a:t>Heart strain:</a:t>
            </a:r>
            <a:r>
              <a:rPr lang="en-IN" sz="1600" dirty="0"/>
              <a:t> Your blood pressure rises, increasing heart disease risks.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b="1" dirty="0"/>
              <a:t>Higher disease odds:</a:t>
            </a:r>
            <a:r>
              <a:rPr lang="en-IN" sz="1600" dirty="0"/>
              <a:t> Chronic sleep loss links to type 2 diabetes and long-term mental health struggles.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06A7BE-1BFB-D33F-4C2E-A22B81B0ED8D}"/>
              </a:ext>
            </a:extLst>
          </p:cNvPr>
          <p:cNvSpPr txBox="1"/>
          <p:nvPr/>
        </p:nvSpPr>
        <p:spPr>
          <a:xfrm>
            <a:off x="2289194" y="1664208"/>
            <a:ext cx="2438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BFE8B7"/>
                </a:solidFill>
              </a:rPr>
              <a:t>Short Term Effects</a:t>
            </a:r>
            <a:endParaRPr lang="en-IN" sz="2000" b="1" u="sng" dirty="0">
              <a:solidFill>
                <a:srgbClr val="BFE8B7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DE7282-9D0D-9FE3-C0B4-BDEE669E58DB}"/>
              </a:ext>
            </a:extLst>
          </p:cNvPr>
          <p:cNvSpPr txBox="1"/>
          <p:nvPr/>
        </p:nvSpPr>
        <p:spPr>
          <a:xfrm>
            <a:off x="7558240" y="1664208"/>
            <a:ext cx="2610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BFE8B7"/>
                </a:solidFill>
              </a:rPr>
              <a:t>Long Term Effects</a:t>
            </a:r>
            <a:endParaRPr lang="en-IN" sz="2000" b="1" u="sng" dirty="0">
              <a:solidFill>
                <a:srgbClr val="BFE8B7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2191B-BA03-492D-8268-5762DED5F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019E-A750-4111-85FB-52D48DD312F3}" type="datetime1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C7F36-AD25-44DB-CB55-D2DD2112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</p:spTree>
    <p:extLst>
      <p:ext uri="{BB962C8B-B14F-4D97-AF65-F5344CB8AC3E}">
        <p14:creationId xmlns:p14="http://schemas.microsoft.com/office/powerpoint/2010/main" val="2456981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2" name="arrow.wav"/>
          </p:stSnd>
        </p:sndAc>
      </p:transition>
    </mc:Choice>
    <mc:Fallback>
      <p:transition spd="slow">
        <p:dissolve/>
        <p:sndAc>
          <p:stSnd loop="1"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616C5-AE95-185C-E422-8E44D38BB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7"/>
            <a:ext cx="7958331" cy="545256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Simple habits for better sleep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C4FE5-A425-35BF-B9B8-CE7526BF0353}"/>
              </a:ext>
            </a:extLst>
          </p:cNvPr>
          <p:cNvSpPr txBox="1"/>
          <p:nvPr/>
        </p:nvSpPr>
        <p:spPr>
          <a:xfrm>
            <a:off x="1651390" y="1838045"/>
            <a:ext cx="354787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BFE8B7"/>
                </a:solidFill>
              </a:rPr>
              <a:t>Daily Schedule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Wake up</a:t>
            </a:r>
            <a:r>
              <a:rPr lang="en-IN" sz="1400" dirty="0"/>
              <a:t> at the same time every day, even on weekends.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Get sunlight</a:t>
            </a:r>
            <a:r>
              <a:rPr lang="en-IN" sz="1400" dirty="0"/>
              <a:t> in the morning for at least 30 minutes to set your body clock.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Limit naps</a:t>
            </a:r>
            <a:r>
              <a:rPr lang="en-IN" sz="1400" dirty="0"/>
              <a:t> to 20 or 30 minutes in the early afternoon.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8809F-9401-7786-895C-28AF878F3874}"/>
              </a:ext>
            </a:extLst>
          </p:cNvPr>
          <p:cNvSpPr txBox="1"/>
          <p:nvPr/>
        </p:nvSpPr>
        <p:spPr>
          <a:xfrm>
            <a:off x="7130468" y="1838045"/>
            <a:ext cx="287121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BFE8B7"/>
                </a:solidFill>
              </a:rPr>
              <a:t>Evening Routine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Turn off screens</a:t>
            </a:r>
            <a:r>
              <a:rPr lang="en-IN" sz="1400" dirty="0"/>
              <a:t> like phones and TVs one hour before bed.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Wind down</a:t>
            </a:r>
            <a:r>
              <a:rPr lang="en-IN" sz="1400" dirty="0"/>
              <a:t> with a book, soft music, or deep breathing.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Write down</a:t>
            </a:r>
            <a:r>
              <a:rPr lang="en-IN" sz="1400" dirty="0"/>
              <a:t> any worries or next-day tasks to clear your mind. 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9D223-801B-24B9-AC7B-CDAE2D5CD7DC}"/>
              </a:ext>
            </a:extLst>
          </p:cNvPr>
          <p:cNvSpPr txBox="1"/>
          <p:nvPr/>
        </p:nvSpPr>
        <p:spPr>
          <a:xfrm>
            <a:off x="1651390" y="4213830"/>
            <a:ext cx="313639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BFE8B7"/>
                </a:solidFill>
              </a:rPr>
              <a:t>Diet and Activity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Avoid caffeine</a:t>
            </a:r>
            <a:r>
              <a:rPr lang="en-IN" sz="1400" dirty="0"/>
              <a:t> and heavy meals late in the day.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Skip alcohol</a:t>
            </a:r>
            <a:r>
              <a:rPr lang="en-IN" sz="1400" dirty="0"/>
              <a:t> close to bedtime, as it wakes you up later.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Exercise early</a:t>
            </a:r>
            <a:r>
              <a:rPr lang="en-IN" sz="1400" dirty="0"/>
              <a:t>, but finish workouts at least two to three hours before sleep.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4914E-D9A0-F452-5E60-30D68F9C3B6A}"/>
              </a:ext>
            </a:extLst>
          </p:cNvPr>
          <p:cNvSpPr txBox="1"/>
          <p:nvPr/>
        </p:nvSpPr>
        <p:spPr>
          <a:xfrm>
            <a:off x="7130468" y="4213830"/>
            <a:ext cx="35003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BFE8B7"/>
                </a:solidFill>
              </a:rPr>
              <a:t>Sleep Environment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Keep the room dark</a:t>
            </a:r>
            <a:r>
              <a:rPr lang="en-IN" sz="1400" dirty="0"/>
              <a:t> using heavy curtains or an eye mask.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Keep it cool</a:t>
            </a:r>
            <a:r>
              <a:rPr lang="en-IN" sz="1400" dirty="0"/>
              <a:t>, around 60°F to 67°F (15°C to 19°C).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Use the bed</a:t>
            </a:r>
            <a:r>
              <a:rPr lang="en-IN" sz="1400" dirty="0"/>
              <a:t> only for sleeping.</a:t>
            </a:r>
          </a:p>
          <a:p>
            <a:endParaRPr lang="en-IN" dirty="0"/>
          </a:p>
        </p:txBody>
      </p:sp>
      <p:sp>
        <p:nvSpPr>
          <p:cNvPr id="10" name="TextBox 9">
            <a:hlinkClick r:id="rId3"/>
            <a:extLst>
              <a:ext uri="{FF2B5EF4-FFF2-40B4-BE49-F238E27FC236}">
                <a16:creationId xmlns:a16="http://schemas.microsoft.com/office/drawing/2014/main" id="{15300B08-052D-34FC-96A7-7F0B72FD4730}"/>
              </a:ext>
            </a:extLst>
          </p:cNvPr>
          <p:cNvSpPr txBox="1"/>
          <p:nvPr/>
        </p:nvSpPr>
        <p:spPr>
          <a:xfrm>
            <a:off x="7130468" y="6207642"/>
            <a:ext cx="3622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3"/>
              </a:rPr>
              <a:t>Sleep - Wikipedia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3AA7F9-D0EE-E65D-3B9C-0F2376CEC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4E0D-4426-47DE-B551-7E5CACDB8075}" type="datetime1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434EA-E213-D439-1D47-D9A902DA1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</p:spTree>
    <p:extLst>
      <p:ext uri="{BB962C8B-B14F-4D97-AF65-F5344CB8AC3E}">
        <p14:creationId xmlns:p14="http://schemas.microsoft.com/office/powerpoint/2010/main" val="2007592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2" name="arrow.wav"/>
          </p:stSnd>
        </p:sndAc>
      </p:transition>
    </mc:Choice>
    <mc:Fallback>
      <p:transition spd="slow">
        <p:dissolve/>
        <p:sndAc>
          <p:stSnd loop="1"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EFBD11-EA08-3797-7B16-B5B710A93C46}"/>
              </a:ext>
            </a:extLst>
          </p:cNvPr>
          <p:cNvSpPr txBox="1"/>
          <p:nvPr/>
        </p:nvSpPr>
        <p:spPr>
          <a:xfrm>
            <a:off x="0" y="2921168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Thank you..</a:t>
            </a:r>
            <a:endParaRPr lang="en-IN" sz="60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2B883E-F57B-12AC-B623-81AB686DF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80D3-D284-475D-8121-161F98E78278}" type="datetime1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A9528-CB0B-AFFE-313E-56FCE3DE2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GR9866</a:t>
            </a:r>
          </a:p>
        </p:txBody>
      </p:sp>
    </p:spTree>
    <p:extLst>
      <p:ext uri="{BB962C8B-B14F-4D97-AF65-F5344CB8AC3E}">
        <p14:creationId xmlns:p14="http://schemas.microsoft.com/office/powerpoint/2010/main" val="1276184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  <p:sndAc>
          <p:stSnd loop="1">
            <p:snd r:embed="rId2" name="arrow.wav"/>
          </p:stSnd>
        </p:sndAc>
      </p:transition>
    </mc:Choice>
    <mc:Fallback>
      <p:transition spd="slow">
        <p:dissolve/>
        <p:sndAc>
          <p:stSnd loop="1"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204</TotalTime>
  <Words>419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MS Shell Dlg 2</vt:lpstr>
      <vt:lpstr>Wingdings</vt:lpstr>
      <vt:lpstr>Wingdings 3</vt:lpstr>
      <vt:lpstr>Madison</vt:lpstr>
      <vt:lpstr>The importance of sleep</vt:lpstr>
      <vt:lpstr>Why sleep Matters</vt:lpstr>
      <vt:lpstr>How much sleep you need</vt:lpstr>
      <vt:lpstr>What happen when we don’t sleep enough</vt:lpstr>
      <vt:lpstr>Simple habits for better sleep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Csd</dc:creator>
  <cp:lastModifiedBy>Csd</cp:lastModifiedBy>
  <cp:revision>5</cp:revision>
  <dcterms:created xsi:type="dcterms:W3CDTF">2026-08-25T05:44:09Z</dcterms:created>
  <dcterms:modified xsi:type="dcterms:W3CDTF">2026-08-27T09:47:38Z</dcterms:modified>
</cp:coreProperties>
</file>