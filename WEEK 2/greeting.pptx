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4F00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4180-BD71-A91E-5110-E257B3E9F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2538D-55CB-29F0-1696-45BA605E5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A3066-BE25-FF7C-9677-F154C59C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D2CE4-F63D-78A4-CE7E-EB4CE930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C9FD6-A6F8-C82D-01A6-0186B511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27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CBF2-C609-2400-163B-C9D5C6CF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74043-0F24-F80D-89B2-725014377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FD960-F68B-339B-0724-60F3D645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66C55-8D16-8B91-B13A-91A0C3A6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5CDCB-0D96-B837-79D3-3B999F33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8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6FC5-EC6F-57E0-0B52-A7DE1DEE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ED443-1C6E-E3BC-62F3-5D88F3808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4F7EA-B4BE-D238-1112-EF3351A2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2BAB2-9E02-7A5E-89B2-1AE4C359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A65D7-EC83-BBAA-3C50-89044967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EC6F-8DC8-1505-BD5F-7365AB432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A16A1-B00A-66C7-77C4-FCC7862BF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A0349-583B-1D05-BBF7-D97DC2CD5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92844-018D-7E69-B3FD-26B3EBC1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7BE92-6E3D-461D-75C0-77FC8A96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BF393-F548-48A8-338F-EC83B91C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0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0D2B-FFAB-EFDD-4C5A-814A930A8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19C8E-6328-D602-AA1C-F319C3309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BC3A6-29DE-DDE9-D071-90FBDB6A2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622D1-9BBD-1ABB-7735-ACDDBB0F1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1209CB-5F9C-3DCE-4983-41394746C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53085B-2C87-1277-AD09-65B568A7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891B0-DC92-3C4A-2BAC-5D53832B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1BBA3-F99C-34F7-C6B6-85D2FD50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7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766C-AC3A-4219-C34B-6529878C9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8A859-B467-A3C1-A137-80F585E8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B6081-1D7B-82A2-B196-14449F3D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2B129-F810-B68A-3F04-B3448E04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5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7E58D-96C6-859D-E5C3-91F44FE4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52CAB-0458-7F6E-C848-DC77D13C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6A02-A0D1-6C76-4AE4-C81B3FA6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3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23A5-D01F-D92C-2BA9-4C485FA8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1DD64-0D1B-B3CD-FE2B-142BF77FF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DCAEB-E4E4-C1B3-3109-92D792C9D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2D5BA-A3A6-371E-2DE0-12D4B998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28397-186D-8D31-5F15-9011E2F4C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D73A7-4C7B-CF64-E938-102468EF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9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E29A-1C4B-15DA-0A77-32AC76A8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00C8E-5FEA-1FC7-007E-2E9E938FA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4F227-249F-3C66-D53A-E01BDDE8F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616A6-12E8-345D-6CE6-F13F4994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2CB01-CB70-B3F3-B3C7-454579EF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367E0-9E31-C255-6621-007DFF6D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0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65E5-34C5-CA36-0611-F728534CA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CB18B-2ED7-61D0-9419-CBAA4AB55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B92A4-1BE9-7F89-453D-2DDA11E49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54A6-FF30-1F71-696D-392E825A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F33D8-6958-6E6C-A906-82A69009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1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9D7CE-D5DE-1A1F-A70A-AA4F527FA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6D4C2-F84A-C354-D102-EED626DF6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27EF-4A27-2025-7CDE-89483700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47FE7-7B55-9038-B080-D4A980B2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BDA1E-754E-2E5B-FFA5-8F2EB5AD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3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C5BF5-4BC7-1C3E-B935-05730981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3A8C5-928B-2C20-291C-606F4EF9A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33A8-5D3C-922B-5BEA-2E473E908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D0277-52E5-4436-B55C-ADA90CABB70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214D-5293-4431-1FFE-50021E541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5F75E-780E-EFA7-068E-F31F34DBB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402EE-2589-4814-B359-F8C20FEB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29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C27FBE-B4A4-E860-CFC0-B6A3659D7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3EC640-93AA-152D-C602-33421CC08750}"/>
              </a:ext>
            </a:extLst>
          </p:cNvPr>
          <p:cNvSpPr/>
          <p:nvPr/>
        </p:nvSpPr>
        <p:spPr>
          <a:xfrm>
            <a:off x="1669496" y="899049"/>
            <a:ext cx="64363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Imprint MT Shadow" panose="04020605060303030202" pitchFamily="82" charset="0"/>
              </a:rPr>
              <a:t>Happy Janmashtami!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BC47DB-BCF9-195D-4473-FBE55764E1B8}"/>
              </a:ext>
            </a:extLst>
          </p:cNvPr>
          <p:cNvSpPr txBox="1"/>
          <p:nvPr/>
        </p:nvSpPr>
        <p:spPr>
          <a:xfrm>
            <a:off x="2569027" y="2644169"/>
            <a:ext cx="41801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Edwardian Script ITC" panose="030303020407070D0804" pitchFamily="66" charset="0"/>
              </a:rPr>
              <a:t>May Lord Krishna's divine flute fill your life with sweet music, boundless joy, and lasting peace.</a:t>
            </a:r>
          </a:p>
          <a:p>
            <a:pPr algn="ctr"/>
            <a:r>
              <a:rPr 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Edwardian Script ITC" panose="030303020407070D0804" pitchFamily="66" charset="0"/>
              </a:rPr>
              <a:t>Radhe Radhe….</a:t>
            </a:r>
          </a:p>
        </p:txBody>
      </p:sp>
    </p:spTree>
    <p:extLst>
      <p:ext uri="{BB962C8B-B14F-4D97-AF65-F5344CB8AC3E}">
        <p14:creationId xmlns:p14="http://schemas.microsoft.com/office/powerpoint/2010/main" val="327287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25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Edwardian Script ITC</vt:lpstr>
      <vt:lpstr>Imprint MT Shadow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bharti</dc:creator>
  <cp:lastModifiedBy>Swati bharti</cp:lastModifiedBy>
  <cp:revision>2</cp:revision>
  <dcterms:created xsi:type="dcterms:W3CDTF">2026-08-20T15:16:50Z</dcterms:created>
  <dcterms:modified xsi:type="dcterms:W3CDTF">2026-08-24T15:28:46Z</dcterms:modified>
</cp:coreProperties>
</file>