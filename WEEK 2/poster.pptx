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0972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9F9"/>
    <a:srgbClr val="05BFE0"/>
    <a:srgbClr val="00A9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34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795781"/>
            <a:ext cx="5829300" cy="382016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763261"/>
            <a:ext cx="5143500" cy="2649219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CB295-AC40-4ED7-83FE-14E8D4ED1A9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672D7-513B-41E7-83E6-CA59F06E3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275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CB295-AC40-4ED7-83FE-14E8D4ED1A9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672D7-513B-41E7-83E6-CA59F06E3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699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735583"/>
            <a:ext cx="5915025" cy="456437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7343143"/>
            <a:ext cx="5915025" cy="24002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CB295-AC40-4ED7-83FE-14E8D4ED1A9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672D7-513B-41E7-83E6-CA59F06E3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277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921000"/>
            <a:ext cx="291465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921000"/>
            <a:ext cx="291465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CB295-AC40-4ED7-83FE-14E8D4ED1A9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672D7-513B-41E7-83E6-CA59F06E3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916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84202"/>
            <a:ext cx="5915025" cy="21209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689861"/>
            <a:ext cx="2901255" cy="131825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008120"/>
            <a:ext cx="2901255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689861"/>
            <a:ext cx="2915543" cy="131825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008120"/>
            <a:ext cx="2915543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CB295-AC40-4ED7-83FE-14E8D4ED1A9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672D7-513B-41E7-83E6-CA59F06E3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200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CB295-AC40-4ED7-83FE-14E8D4ED1A9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672D7-513B-41E7-83E6-CA59F06E3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387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CB295-AC40-4ED7-83FE-14E8D4ED1A9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672D7-513B-41E7-83E6-CA59F06E3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632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731520"/>
            <a:ext cx="2211884" cy="256032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579882"/>
            <a:ext cx="3471863" cy="7797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291840"/>
            <a:ext cx="2211884" cy="609854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CB295-AC40-4ED7-83FE-14E8D4ED1A9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672D7-513B-41E7-83E6-CA59F06E3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922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731520"/>
            <a:ext cx="2211884" cy="256032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579882"/>
            <a:ext cx="3471863" cy="7797800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291840"/>
            <a:ext cx="2211884" cy="609854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CB295-AC40-4ED7-83FE-14E8D4ED1A9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672D7-513B-41E7-83E6-CA59F06E3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121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CB295-AC40-4ED7-83FE-14E8D4ED1A9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672D7-513B-41E7-83E6-CA59F06E3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314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84200"/>
            <a:ext cx="1478756" cy="929894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84200"/>
            <a:ext cx="4350544" cy="929894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CB295-AC40-4ED7-83FE-14E8D4ED1A9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672D7-513B-41E7-83E6-CA59F06E3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274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84202"/>
            <a:ext cx="5915025" cy="2120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921000"/>
            <a:ext cx="5915025" cy="6962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0170162"/>
            <a:ext cx="154305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DCB295-AC40-4ED7-83FE-14E8D4ED1A9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0170162"/>
            <a:ext cx="2314575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0170162"/>
            <a:ext cx="154305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672D7-513B-41E7-83E6-CA59F06E3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766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8 Poster background design ideas | poster background design, background  design, powerpoint background design">
            <a:extLst>
              <a:ext uri="{FF2B5EF4-FFF2-40B4-BE49-F238E27FC236}">
                <a16:creationId xmlns:a16="http://schemas.microsoft.com/office/drawing/2014/main" id="{A934EA0B-F25D-A0ED-9D5C-5D4249A4F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7999" cy="10972800"/>
          </a:xfrm>
          <a:prstGeom prst="rect">
            <a:avLst/>
          </a:prstGeom>
        </p:spPr>
      </p:pic>
      <p:sp>
        <p:nvSpPr>
          <p:cNvPr id="7" name="Cloud 6">
            <a:extLst>
              <a:ext uri="{FF2B5EF4-FFF2-40B4-BE49-F238E27FC236}">
                <a16:creationId xmlns:a16="http://schemas.microsoft.com/office/drawing/2014/main" id="{7B6D9FA9-557B-405C-C129-4834612F1E88}"/>
              </a:ext>
            </a:extLst>
          </p:cNvPr>
          <p:cNvSpPr/>
          <p:nvPr/>
        </p:nvSpPr>
        <p:spPr>
          <a:xfrm>
            <a:off x="1846053" y="1915064"/>
            <a:ext cx="3226279" cy="2094266"/>
          </a:xfrm>
          <a:prstGeom prst="cloud">
            <a:avLst/>
          </a:prstGeom>
          <a:solidFill>
            <a:srgbClr val="F9F9F9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45D075-5B60-8EC1-8D8A-A64D84A7E3F6}"/>
              </a:ext>
            </a:extLst>
          </p:cNvPr>
          <p:cNvSpPr/>
          <p:nvPr/>
        </p:nvSpPr>
        <p:spPr>
          <a:xfrm>
            <a:off x="1949571" y="1915064"/>
            <a:ext cx="3042046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accent4">
                    <a:lumMod val="75000"/>
                  </a:schemeClr>
                </a:solidFill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</a:rPr>
              <a:t>IT</a:t>
            </a:r>
          </a:p>
          <a:p>
            <a:pPr algn="ctr"/>
            <a:r>
              <a:rPr lang="en-US" sz="6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accent4">
                    <a:lumMod val="75000"/>
                  </a:schemeClr>
                </a:solidFill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</a:rPr>
              <a:t>Fest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D2E148-798D-C2C3-1D5F-3CA3C255A1DB}"/>
              </a:ext>
            </a:extLst>
          </p:cNvPr>
          <p:cNvSpPr txBox="1"/>
          <p:nvPr/>
        </p:nvSpPr>
        <p:spPr>
          <a:xfrm>
            <a:off x="-1" y="4226944"/>
            <a:ext cx="6857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F9F9F9"/>
                </a:solidFill>
                <a:latin typeface="Brush Script MT" panose="03060802040406070304" pitchFamily="66" charset="0"/>
              </a:rPr>
              <a:t>You all are invited..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19CE60-A557-0811-15C3-117E351585BC}"/>
              </a:ext>
            </a:extLst>
          </p:cNvPr>
          <p:cNvSpPr txBox="1"/>
          <p:nvPr/>
        </p:nvSpPr>
        <p:spPr>
          <a:xfrm>
            <a:off x="0" y="4886235"/>
            <a:ext cx="68579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9F9F9"/>
                </a:solidFill>
              </a:rPr>
              <a:t>Time- 9:00 am</a:t>
            </a:r>
          </a:p>
          <a:p>
            <a:pPr algn="ctr"/>
            <a:r>
              <a:rPr lang="en-US" sz="2400" dirty="0">
                <a:solidFill>
                  <a:srgbClr val="F9F9F9"/>
                </a:solidFill>
              </a:rPr>
              <a:t>Venue- Department of Computer Science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53AB31-7087-02D8-8B59-7B013D698F8C}"/>
              </a:ext>
            </a:extLst>
          </p:cNvPr>
          <p:cNvSpPr txBox="1"/>
          <p:nvPr/>
        </p:nvSpPr>
        <p:spPr>
          <a:xfrm>
            <a:off x="0" y="1345721"/>
            <a:ext cx="6857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9F9F9"/>
                </a:solidFill>
              </a:rPr>
              <a:t>Aligarh Muslim University</a:t>
            </a:r>
          </a:p>
        </p:txBody>
      </p:sp>
    </p:spTree>
    <p:extLst>
      <p:ext uri="{BB962C8B-B14F-4D97-AF65-F5344CB8AC3E}">
        <p14:creationId xmlns:p14="http://schemas.microsoft.com/office/powerpoint/2010/main" val="2135208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27</TotalTime>
  <Words>18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Brush Script MT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Swati bharti</dc:creator>
  <cp:lastModifiedBy>Csd</cp:lastModifiedBy>
  <cp:revision>4</cp:revision>
  <dcterms:created xsi:type="dcterms:W3CDTF">2026-08-24T15:23:30Z</dcterms:created>
  <dcterms:modified xsi:type="dcterms:W3CDTF">2026-08-25T06:02:51Z</dcterms:modified>
</cp:coreProperties>
</file>